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58" r:id="rId4"/>
    <p:sldId id="259" r:id="rId5"/>
    <p:sldId id="260" r:id="rId6"/>
    <p:sldId id="261" r:id="rId7"/>
    <p:sldId id="265"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F93CDC8-FB9A-4666-B351-205BE9E8A6D2}" type="datetimeFigureOut">
              <a:rPr lang="es-CL" smtClean="0"/>
              <a:t>30-06-2026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051312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F93CDC8-FB9A-4666-B351-205BE9E8A6D2}" type="datetimeFigureOut">
              <a:rPr lang="es-CL" smtClean="0"/>
              <a:t>30-06-2026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96822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1F93CDC8-FB9A-4666-B351-205BE9E8A6D2}" type="datetimeFigureOut">
              <a:rPr lang="es-CL" smtClean="0"/>
              <a:t>30-06-2026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897272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F93CDC8-FB9A-4666-B351-205BE9E8A6D2}" type="datetimeFigureOut">
              <a:rPr lang="es-CL" smtClean="0"/>
              <a:t>30-06-2026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324242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F93CDC8-FB9A-4666-B351-205BE9E8A6D2}" type="datetimeFigureOut">
              <a:rPr lang="es-CL" smtClean="0"/>
              <a:t>30-06-2026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19250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F93CDC8-FB9A-4666-B351-205BE9E8A6D2}" type="datetimeFigureOut">
              <a:rPr lang="es-CL" smtClean="0"/>
              <a:t>30-06-2026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905478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3CDC8-FB9A-4666-B351-205BE9E8A6D2}" type="datetimeFigureOut">
              <a:rPr lang="es-CL" smtClean="0"/>
              <a:t>30-06-2026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921870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1F93CDC8-FB9A-4666-B351-205BE9E8A6D2}" type="datetimeFigureOut">
              <a:rPr lang="es-CL" smtClean="0"/>
              <a:t>30-06-2026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527925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1F93CDC8-FB9A-4666-B351-205BE9E8A6D2}" type="datetimeFigureOut">
              <a:rPr lang="es-CL" smtClean="0"/>
              <a:t>30-06-2026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549546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1F93CDC8-FB9A-4666-B351-205BE9E8A6D2}" type="datetimeFigureOut">
              <a:rPr lang="es-CL" smtClean="0"/>
              <a:t>30-06-2026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698926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1F93CDC8-FB9A-4666-B351-205BE9E8A6D2}" type="datetimeFigureOut">
              <a:rPr lang="es-CL" smtClean="0"/>
              <a:t>30-06-2026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1072144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1F93CDC8-FB9A-4666-B351-205BE9E8A6D2}" type="datetimeFigureOut">
              <a:rPr lang="es-CL" smtClean="0"/>
              <a:t>30-06-2026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AC28993-CE43-4DC8-97F8-0343BCA5A593}" type="slidenum">
              <a:rPr lang="es-CL" smtClean="0"/>
              <a:t>‹Nº›</a:t>
            </a:fld>
            <a:endParaRPr lang="es-CL"/>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77268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1F93CDC8-FB9A-4666-B351-205BE9E8A6D2}" type="datetimeFigureOut">
              <a:rPr lang="es-CL" smtClean="0"/>
              <a:t>30-06-2026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560764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1F93CDC8-FB9A-4666-B351-205BE9E8A6D2}" type="datetimeFigureOut">
              <a:rPr lang="es-CL" smtClean="0"/>
              <a:t>30-06-2026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4081686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1F93CDC8-FB9A-4666-B351-205BE9E8A6D2}" type="datetimeFigureOut">
              <a:rPr lang="es-CL" smtClean="0"/>
              <a:t>30-06-2026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1729839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F93CDC8-FB9A-4666-B351-205BE9E8A6D2}" type="datetimeFigureOut">
              <a:rPr lang="es-CL" smtClean="0"/>
              <a:t>30-06-2026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2648233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F93CDC8-FB9A-4666-B351-205BE9E8A6D2}" type="datetimeFigureOut">
              <a:rPr lang="es-CL" smtClean="0"/>
              <a:t>30-06-2026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AC28993-CE43-4DC8-97F8-0343BCA5A593}" type="slidenum">
              <a:rPr lang="es-CL" smtClean="0"/>
              <a:t>‹Nº›</a:t>
            </a:fld>
            <a:endParaRPr lang="es-CL"/>
          </a:p>
        </p:txBody>
      </p:sp>
    </p:spTree>
    <p:extLst>
      <p:ext uri="{BB962C8B-B14F-4D97-AF65-F5344CB8AC3E}">
        <p14:creationId xmlns:p14="http://schemas.microsoft.com/office/powerpoint/2010/main" val="3249696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F93CDC8-FB9A-4666-B351-205BE9E8A6D2}" type="datetimeFigureOut">
              <a:rPr lang="es-CL" smtClean="0"/>
              <a:t>30-06-2026</a:t>
            </a:fld>
            <a:endParaRPr lang="es-CL"/>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AC28993-CE43-4DC8-97F8-0343BCA5A593}" type="slidenum">
              <a:rPr lang="es-CL" smtClean="0"/>
              <a:t>‹Nº›</a:t>
            </a:fld>
            <a:endParaRPr lang="es-CL"/>
          </a:p>
        </p:txBody>
      </p:sp>
    </p:spTree>
    <p:extLst>
      <p:ext uri="{BB962C8B-B14F-4D97-AF65-F5344CB8AC3E}">
        <p14:creationId xmlns:p14="http://schemas.microsoft.com/office/powerpoint/2010/main" val="1491314920"/>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50F45D-F24C-4DF9-AFE7-B43FB86638B0}"/>
              </a:ext>
            </a:extLst>
          </p:cNvPr>
          <p:cNvSpPr>
            <a:spLocks noGrp="1"/>
          </p:cNvSpPr>
          <p:nvPr>
            <p:ph type="ctrTitle"/>
          </p:nvPr>
        </p:nvSpPr>
        <p:spPr/>
        <p:txBody>
          <a:bodyPr/>
          <a:lstStyle/>
          <a:p>
            <a:r>
              <a:rPr lang="es-CL" dirty="0"/>
              <a:t>Presentación </a:t>
            </a:r>
          </a:p>
        </p:txBody>
      </p:sp>
      <p:sp>
        <p:nvSpPr>
          <p:cNvPr id="3" name="Subtítulo 2">
            <a:extLst>
              <a:ext uri="{FF2B5EF4-FFF2-40B4-BE49-F238E27FC236}">
                <a16:creationId xmlns:a16="http://schemas.microsoft.com/office/drawing/2014/main" id="{A14FD236-494D-4C4C-9070-7E3E39C6E071}"/>
              </a:ext>
            </a:extLst>
          </p:cNvPr>
          <p:cNvSpPr>
            <a:spLocks noGrp="1"/>
          </p:cNvSpPr>
          <p:nvPr>
            <p:ph type="subTitle" idx="1"/>
          </p:nvPr>
        </p:nvSpPr>
        <p:spPr/>
        <p:txBody>
          <a:bodyPr>
            <a:normAutofit fontScale="85000" lnSpcReduction="20000"/>
          </a:bodyPr>
          <a:lstStyle/>
          <a:p>
            <a:r>
              <a:rPr lang="es-CL" dirty="0"/>
              <a:t>Integrantes: Alejandro Palma, Axel Cortes, Constanza Rivera, Franco Heredia</a:t>
            </a:r>
          </a:p>
          <a:p>
            <a:r>
              <a:rPr lang="es-CL" dirty="0"/>
              <a:t>Carrera: Ingeniería en Informática</a:t>
            </a:r>
          </a:p>
          <a:p>
            <a:r>
              <a:rPr lang="es-CL" dirty="0"/>
              <a:t>Profesor: Rodrigo Gonzales</a:t>
            </a:r>
          </a:p>
        </p:txBody>
      </p:sp>
    </p:spTree>
    <p:extLst>
      <p:ext uri="{BB962C8B-B14F-4D97-AF65-F5344CB8AC3E}">
        <p14:creationId xmlns:p14="http://schemas.microsoft.com/office/powerpoint/2010/main" val="2584289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183536-1A72-48BE-9FB2-80FAC408E9A2}"/>
              </a:ext>
            </a:extLst>
          </p:cNvPr>
          <p:cNvSpPr>
            <a:spLocks noGrp="1"/>
          </p:cNvSpPr>
          <p:nvPr>
            <p:ph type="title"/>
          </p:nvPr>
        </p:nvSpPr>
        <p:spPr/>
        <p:txBody>
          <a:bodyPr/>
          <a:lstStyle/>
          <a:p>
            <a:r>
              <a:rPr lang="es-CL" dirty="0"/>
              <a:t>Introducción </a:t>
            </a:r>
          </a:p>
        </p:txBody>
      </p:sp>
      <p:sp>
        <p:nvSpPr>
          <p:cNvPr id="3" name="Marcador de contenido 2">
            <a:extLst>
              <a:ext uri="{FF2B5EF4-FFF2-40B4-BE49-F238E27FC236}">
                <a16:creationId xmlns:a16="http://schemas.microsoft.com/office/drawing/2014/main" id="{9C529844-2729-43EF-882B-5290A66AF5E4}"/>
              </a:ext>
            </a:extLst>
          </p:cNvPr>
          <p:cNvSpPr>
            <a:spLocks noGrp="1"/>
          </p:cNvSpPr>
          <p:nvPr>
            <p:ph idx="1"/>
          </p:nvPr>
        </p:nvSpPr>
        <p:spPr/>
        <p:txBody>
          <a:bodyPr/>
          <a:lstStyle/>
          <a:p>
            <a:r>
              <a:rPr lang="es-CL" dirty="0"/>
              <a:t>En esta presentación expondremos un proyecto sobre una pagina web la cual se nos ha pedido mejorar dada la simpleza de la misma, así que haciendo uso de nuestros conocimientos la cambiaremos para las mejoras correspondientes y una mejor </a:t>
            </a:r>
            <a:r>
              <a:rPr lang="es-CL" dirty="0" err="1"/>
              <a:t>visualizacion</a:t>
            </a:r>
            <a:r>
              <a:rPr lang="es-CL" dirty="0"/>
              <a:t> y estructura.</a:t>
            </a:r>
          </a:p>
        </p:txBody>
      </p:sp>
    </p:spTree>
    <p:extLst>
      <p:ext uri="{BB962C8B-B14F-4D97-AF65-F5344CB8AC3E}">
        <p14:creationId xmlns:p14="http://schemas.microsoft.com/office/powerpoint/2010/main" val="1064349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590E80-A165-4560-9343-170351E59F09}"/>
              </a:ext>
            </a:extLst>
          </p:cNvPr>
          <p:cNvSpPr>
            <a:spLocks noGrp="1"/>
          </p:cNvSpPr>
          <p:nvPr>
            <p:ph type="title"/>
          </p:nvPr>
        </p:nvSpPr>
        <p:spPr/>
        <p:txBody>
          <a:bodyPr/>
          <a:lstStyle/>
          <a:p>
            <a:r>
              <a:rPr lang="es-CL" dirty="0"/>
              <a:t>Proyecto web</a:t>
            </a:r>
          </a:p>
        </p:txBody>
      </p:sp>
      <p:sp>
        <p:nvSpPr>
          <p:cNvPr id="3" name="Marcador de contenido 2">
            <a:extLst>
              <a:ext uri="{FF2B5EF4-FFF2-40B4-BE49-F238E27FC236}">
                <a16:creationId xmlns:a16="http://schemas.microsoft.com/office/drawing/2014/main" id="{C0653939-823F-412E-B972-3A74F7D114D7}"/>
              </a:ext>
            </a:extLst>
          </p:cNvPr>
          <p:cNvSpPr>
            <a:spLocks noGrp="1"/>
          </p:cNvSpPr>
          <p:nvPr>
            <p:ph idx="1"/>
          </p:nvPr>
        </p:nvSpPr>
        <p:spPr>
          <a:xfrm>
            <a:off x="913795" y="2096064"/>
            <a:ext cx="4360938" cy="3483469"/>
          </a:xfrm>
        </p:spPr>
        <p:txBody>
          <a:bodyPr/>
          <a:lstStyle/>
          <a:p>
            <a:r>
              <a:rPr lang="es-CL" dirty="0"/>
              <a:t>La pagina web utilizada en esta ocasión fue una simple pagina con un formulario pidiendo nombre, email y contraseña con un botón para guardarlos, agregado un botón para cargar los últimos datos ingresados</a:t>
            </a:r>
          </a:p>
        </p:txBody>
      </p:sp>
      <p:pic>
        <p:nvPicPr>
          <p:cNvPr id="7" name="Imagen 6">
            <a:extLst>
              <a:ext uri="{FF2B5EF4-FFF2-40B4-BE49-F238E27FC236}">
                <a16:creationId xmlns:a16="http://schemas.microsoft.com/office/drawing/2014/main" id="{3F54C60B-48D7-4091-B3CF-77A95046D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3901" y="1803399"/>
            <a:ext cx="6869499" cy="3377142"/>
          </a:xfrm>
          <a:prstGeom prst="rect">
            <a:avLst/>
          </a:prstGeom>
        </p:spPr>
      </p:pic>
    </p:spTree>
    <p:extLst>
      <p:ext uri="{BB962C8B-B14F-4D97-AF65-F5344CB8AC3E}">
        <p14:creationId xmlns:p14="http://schemas.microsoft.com/office/powerpoint/2010/main" val="4146054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BFBBD7-ABCD-424B-AD29-C5BE9B661FDD}"/>
              </a:ext>
            </a:extLst>
          </p:cNvPr>
          <p:cNvSpPr>
            <a:spLocks noGrp="1"/>
          </p:cNvSpPr>
          <p:nvPr>
            <p:ph type="title"/>
          </p:nvPr>
        </p:nvSpPr>
        <p:spPr/>
        <p:txBody>
          <a:bodyPr/>
          <a:lstStyle/>
          <a:p>
            <a:r>
              <a:rPr lang="es-CL" dirty="0"/>
              <a:t>Primera mejora</a:t>
            </a:r>
          </a:p>
        </p:txBody>
      </p:sp>
      <p:sp>
        <p:nvSpPr>
          <p:cNvPr id="3" name="Marcador de contenido 2">
            <a:extLst>
              <a:ext uri="{FF2B5EF4-FFF2-40B4-BE49-F238E27FC236}">
                <a16:creationId xmlns:a16="http://schemas.microsoft.com/office/drawing/2014/main" id="{9CA8F7FE-F6CA-49CF-ACFF-734A39EC057D}"/>
              </a:ext>
            </a:extLst>
          </p:cNvPr>
          <p:cNvSpPr>
            <a:spLocks noGrp="1"/>
          </p:cNvSpPr>
          <p:nvPr>
            <p:ph idx="1"/>
          </p:nvPr>
        </p:nvSpPr>
        <p:spPr>
          <a:xfrm>
            <a:off x="913795" y="2096064"/>
            <a:ext cx="3717472" cy="3695136"/>
          </a:xfrm>
        </p:spPr>
        <p:txBody>
          <a:bodyPr/>
          <a:lstStyle/>
          <a:p>
            <a:r>
              <a:rPr lang="es-CL" dirty="0"/>
              <a:t>En primer lugar se realizo un cambio en la estructura del formulario, centrándolo en el centro de la pagina web quitando así el pegado entre un cuadro de texto y otro</a:t>
            </a:r>
          </a:p>
          <a:p>
            <a:endParaRPr lang="es-CL" dirty="0"/>
          </a:p>
        </p:txBody>
      </p:sp>
      <p:pic>
        <p:nvPicPr>
          <p:cNvPr id="5" name="Imagen 4">
            <a:extLst>
              <a:ext uri="{FF2B5EF4-FFF2-40B4-BE49-F238E27FC236}">
                <a16:creationId xmlns:a16="http://schemas.microsoft.com/office/drawing/2014/main" id="{3C1898AC-3A14-4A72-9D76-A9A88C563B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3466" y="2096065"/>
            <a:ext cx="6265333" cy="2979296"/>
          </a:xfrm>
          <a:prstGeom prst="rect">
            <a:avLst/>
          </a:prstGeom>
        </p:spPr>
      </p:pic>
    </p:spTree>
    <p:extLst>
      <p:ext uri="{BB962C8B-B14F-4D97-AF65-F5344CB8AC3E}">
        <p14:creationId xmlns:p14="http://schemas.microsoft.com/office/powerpoint/2010/main" val="1569945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23B5B-2BDD-47BC-AC01-EAA5271C3B39}"/>
              </a:ext>
            </a:extLst>
          </p:cNvPr>
          <p:cNvSpPr>
            <a:spLocks noGrp="1"/>
          </p:cNvSpPr>
          <p:nvPr>
            <p:ph type="title"/>
          </p:nvPr>
        </p:nvSpPr>
        <p:spPr/>
        <p:txBody>
          <a:bodyPr/>
          <a:lstStyle/>
          <a:p>
            <a:r>
              <a:rPr lang="es-CL" dirty="0"/>
              <a:t>Segunda mejora</a:t>
            </a:r>
          </a:p>
        </p:txBody>
      </p:sp>
      <p:pic>
        <p:nvPicPr>
          <p:cNvPr id="5" name="Marcador de contenido 4">
            <a:extLst>
              <a:ext uri="{FF2B5EF4-FFF2-40B4-BE49-F238E27FC236}">
                <a16:creationId xmlns:a16="http://schemas.microsoft.com/office/drawing/2014/main" id="{65DC3B1F-5C4D-4647-8BEF-9F636316CA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43871" y="2510475"/>
            <a:ext cx="5924796" cy="2817363"/>
          </a:xfrm>
        </p:spPr>
      </p:pic>
      <p:sp>
        <p:nvSpPr>
          <p:cNvPr id="6" name="CuadroTexto 5">
            <a:extLst>
              <a:ext uri="{FF2B5EF4-FFF2-40B4-BE49-F238E27FC236}">
                <a16:creationId xmlns:a16="http://schemas.microsoft.com/office/drawing/2014/main" id="{11B6325D-6CD1-4C2D-BD2A-09703D173EA0}"/>
              </a:ext>
            </a:extLst>
          </p:cNvPr>
          <p:cNvSpPr txBox="1"/>
          <p:nvPr/>
        </p:nvSpPr>
        <p:spPr>
          <a:xfrm>
            <a:off x="913795" y="2510475"/>
            <a:ext cx="3480405" cy="1477328"/>
          </a:xfrm>
          <a:prstGeom prst="rect">
            <a:avLst/>
          </a:prstGeom>
          <a:noFill/>
        </p:spPr>
        <p:txBody>
          <a:bodyPr wrap="square" rtlCol="0">
            <a:spAutoFit/>
          </a:bodyPr>
          <a:lstStyle/>
          <a:p>
            <a:r>
              <a:rPr lang="es-CL" dirty="0"/>
              <a:t>En este caso realizamos un cambio en los colores de la pagina para eliminar la monotonía del fondo y del formulario</a:t>
            </a:r>
          </a:p>
        </p:txBody>
      </p:sp>
    </p:spTree>
    <p:extLst>
      <p:ext uri="{BB962C8B-B14F-4D97-AF65-F5344CB8AC3E}">
        <p14:creationId xmlns:p14="http://schemas.microsoft.com/office/powerpoint/2010/main" val="3454384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7E4609-7DED-43DB-8050-D242DAD2BA4B}"/>
              </a:ext>
            </a:extLst>
          </p:cNvPr>
          <p:cNvSpPr>
            <a:spLocks noGrp="1"/>
          </p:cNvSpPr>
          <p:nvPr>
            <p:ph type="title"/>
          </p:nvPr>
        </p:nvSpPr>
        <p:spPr/>
        <p:txBody>
          <a:bodyPr/>
          <a:lstStyle/>
          <a:p>
            <a:r>
              <a:rPr lang="es-CL" dirty="0"/>
              <a:t>Tercera mejora</a:t>
            </a:r>
          </a:p>
        </p:txBody>
      </p:sp>
      <p:sp>
        <p:nvSpPr>
          <p:cNvPr id="3" name="Marcador de contenido 2">
            <a:extLst>
              <a:ext uri="{FF2B5EF4-FFF2-40B4-BE49-F238E27FC236}">
                <a16:creationId xmlns:a16="http://schemas.microsoft.com/office/drawing/2014/main" id="{3C5E8979-64B0-4CB8-8161-2C01CF0C2C62}"/>
              </a:ext>
            </a:extLst>
          </p:cNvPr>
          <p:cNvSpPr>
            <a:spLocks noGrp="1"/>
          </p:cNvSpPr>
          <p:nvPr>
            <p:ph idx="1"/>
          </p:nvPr>
        </p:nvSpPr>
        <p:spPr>
          <a:xfrm>
            <a:off x="913795" y="2096064"/>
            <a:ext cx="4276272" cy="3695136"/>
          </a:xfrm>
        </p:spPr>
        <p:txBody>
          <a:bodyPr/>
          <a:lstStyle/>
          <a:p>
            <a:r>
              <a:rPr lang="es-CL" dirty="0"/>
              <a:t>Se realizaron cambios en la validación de email usando un </a:t>
            </a:r>
            <a:r>
              <a:rPr lang="es-CL" dirty="0" err="1"/>
              <a:t>regexemail</a:t>
            </a:r>
            <a:r>
              <a:rPr lang="es-CL" dirty="0"/>
              <a:t> para que no considere la ñ como símbolo</a:t>
            </a:r>
          </a:p>
        </p:txBody>
      </p:sp>
      <p:pic>
        <p:nvPicPr>
          <p:cNvPr id="5" name="Imagen 4">
            <a:extLst>
              <a:ext uri="{FF2B5EF4-FFF2-40B4-BE49-F238E27FC236}">
                <a16:creationId xmlns:a16="http://schemas.microsoft.com/office/drawing/2014/main" id="{DC4D6893-D035-4F34-9EAE-EE1B44D7E9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1540" y="1728331"/>
            <a:ext cx="5054087" cy="3123070"/>
          </a:xfrm>
          <a:prstGeom prst="rect">
            <a:avLst/>
          </a:prstGeom>
        </p:spPr>
      </p:pic>
    </p:spTree>
    <p:extLst>
      <p:ext uri="{BB962C8B-B14F-4D97-AF65-F5344CB8AC3E}">
        <p14:creationId xmlns:p14="http://schemas.microsoft.com/office/powerpoint/2010/main" val="3615201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FB6947-575A-4F58-B2B8-C41AC3EED78D}"/>
              </a:ext>
            </a:extLst>
          </p:cNvPr>
          <p:cNvSpPr>
            <a:spLocks noGrp="1"/>
          </p:cNvSpPr>
          <p:nvPr>
            <p:ph type="title"/>
          </p:nvPr>
        </p:nvSpPr>
        <p:spPr/>
        <p:txBody>
          <a:bodyPr/>
          <a:lstStyle/>
          <a:p>
            <a:r>
              <a:rPr lang="es-CL" dirty="0"/>
              <a:t>Conclusión</a:t>
            </a:r>
          </a:p>
        </p:txBody>
      </p:sp>
      <p:sp>
        <p:nvSpPr>
          <p:cNvPr id="3" name="Marcador de contenido 2">
            <a:extLst>
              <a:ext uri="{FF2B5EF4-FFF2-40B4-BE49-F238E27FC236}">
                <a16:creationId xmlns:a16="http://schemas.microsoft.com/office/drawing/2014/main" id="{F5C338F9-4DA4-4DCA-851E-45FB55D065C8}"/>
              </a:ext>
            </a:extLst>
          </p:cNvPr>
          <p:cNvSpPr>
            <a:spLocks noGrp="1"/>
          </p:cNvSpPr>
          <p:nvPr>
            <p:ph idx="1"/>
          </p:nvPr>
        </p:nvSpPr>
        <p:spPr/>
        <p:txBody>
          <a:bodyPr/>
          <a:lstStyle/>
          <a:p>
            <a:r>
              <a:rPr lang="es-CL" dirty="0"/>
              <a:t>Lo mas difícil fue levantarlo &gt;:v</a:t>
            </a:r>
          </a:p>
          <a:p>
            <a:r>
              <a:rPr lang="es-CL" dirty="0"/>
              <a:t>En conclusión a través de diversos cambios realizados en el código se logro hacer un cambio para mejorar la estructura básica del sitio web a través del uso de </a:t>
            </a:r>
            <a:r>
              <a:rPr lang="es-CL" dirty="0" err="1"/>
              <a:t>javascript</a:t>
            </a:r>
            <a:r>
              <a:rPr lang="es-CL" dirty="0"/>
              <a:t>, </a:t>
            </a:r>
            <a:r>
              <a:rPr lang="es-CL" dirty="0" err="1"/>
              <a:t>node.js,CSS</a:t>
            </a:r>
            <a:r>
              <a:rPr lang="es-CL" dirty="0"/>
              <a:t> y el manejo de DOM para lograr el resultado final que era mejorar el producto inicial</a:t>
            </a:r>
          </a:p>
        </p:txBody>
      </p:sp>
    </p:spTree>
    <p:extLst>
      <p:ext uri="{BB962C8B-B14F-4D97-AF65-F5344CB8AC3E}">
        <p14:creationId xmlns:p14="http://schemas.microsoft.com/office/powerpoint/2010/main" val="37163052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150</TotalTime>
  <Words>243</Words>
  <Application>Microsoft Office PowerPoint</Application>
  <PresentationFormat>Panorámica</PresentationFormat>
  <Paragraphs>17</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Bookman Old Style</vt:lpstr>
      <vt:lpstr>Rockwell</vt:lpstr>
      <vt:lpstr>Damask</vt:lpstr>
      <vt:lpstr>Presentación </vt:lpstr>
      <vt:lpstr>Introducción </vt:lpstr>
      <vt:lpstr>Proyecto web</vt:lpstr>
      <vt:lpstr>Primera mejora</vt:lpstr>
      <vt:lpstr>Segunda mejora</vt:lpstr>
      <vt:lpstr>Tercera mejora</vt:lpstr>
      <vt:lpstr>Conclusión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 chevere</dc:title>
  <dc:creator>Alumnos</dc:creator>
  <cp:lastModifiedBy>Alumnos</cp:lastModifiedBy>
  <cp:revision>11</cp:revision>
  <dcterms:created xsi:type="dcterms:W3CDTF">2026-06-30T13:23:59Z</dcterms:created>
  <dcterms:modified xsi:type="dcterms:W3CDTF">2026-06-30T15:54:25Z</dcterms:modified>
</cp:coreProperties>
</file>